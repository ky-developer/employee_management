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7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456" y="-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44FD4-A158-2A91-18B7-0CF350C9C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FD9E4-54C9-3F81-73AC-48243C03F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D464F-F81C-5005-A621-6728C35E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A111-41B3-40C6-A551-CA3E04360AE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65B29-8ECE-65A6-D971-0A647C63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B34B5-5510-C960-61DE-D9164902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6519-F04C-4428-9CCC-E9B986986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7739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E4D8-8FE7-5495-61D6-D79CF1E52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DF4C5-31FA-949C-59C8-7FF1F6E22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432B5-C755-3F4A-501A-85D971916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A111-41B3-40C6-A551-CA3E04360AE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15F37-ABDC-5E75-B3D3-B9D39A5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2F7B9-AFBC-E1EC-1E9B-1DF8AD7C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6519-F04C-4428-9CCC-E9B986986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2322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D0D34-8F4B-926F-4861-EF974E241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5B31A-290C-6CF5-77AE-9114807F9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6B554-E260-A29B-DAAE-8D2FD04C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A111-41B3-40C6-A551-CA3E04360AE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F287B-C1CF-1860-532C-46013441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89028-3E72-017B-A430-C02E70E5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6519-F04C-4428-9CCC-E9B986986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337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CB41-272C-1F3F-9BD6-D362D9A7B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8B664-29C5-9EC4-EE0D-D88CE9A25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6FDB7-2210-6177-F8C2-37FB7A1D5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54748-0920-4070-048B-185E1092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A111-41B3-40C6-A551-CA3E04360AE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341E5-0369-57DC-C46F-1DF2A098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97730-6EF6-5886-ADE3-76BD8D0F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6519-F04C-4428-9CCC-E9B986986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1528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39AC0-66A1-DF9D-F955-7D28EC004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69559-BC97-11C2-89A9-BFF173A9B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23CEE-01C7-E236-3AF0-5FD64C1A0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714FA-42AB-ECD3-0A23-682A426B7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5C549B-59D4-BE02-03B9-DDE7A9D91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265B83-F08A-D8DE-067E-41F5C1A0C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A111-41B3-40C6-A551-CA3E04360AE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41845-2966-0B5D-7CA1-15FC9E78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5AAF9-001C-658E-05B9-0E334A5E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6519-F04C-4428-9CCC-E9B986986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864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C28E-C50A-0F07-CE1C-DEA7FC84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3E2979-5B13-78BA-66BB-A54E423D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A111-41B3-40C6-A551-CA3E04360AE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80FC1-0739-29A9-0930-C2772B4A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C3075-EE83-FA4D-7D4C-C1D2F89E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6519-F04C-4428-9CCC-E9B986986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9691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53E84A-D454-6771-A854-F9BF8904D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A111-41B3-40C6-A551-CA3E04360AE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D2D82C-3519-801C-AA23-67EE707CF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98C16-43AE-95FD-DA19-D5369DB7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6519-F04C-4428-9CCC-E9B986986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6276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19507-0F42-BD05-60D8-B14BE89B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289C0-A6D2-53D9-F37E-5E76DCA46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03C87-56CD-68EB-84FC-3E25AEA75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68795-2354-3493-320B-075CB9773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A111-41B3-40C6-A551-CA3E04360AE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8820F-410E-CC83-E405-259F59A77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09B3E-C5AB-D2A5-531A-E38A6252A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6519-F04C-4428-9CCC-E9B986986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2744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C7A68-9D20-88C6-FCA4-DF32D769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992C5-DC54-2CD8-A1D2-60FB6E015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5749B-6F97-C71E-CEDB-7FA92133D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7240F-818E-DE6C-4749-B940AE58B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A111-41B3-40C6-A551-CA3E04360AE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E3542-2961-7F23-9A29-7CF2A656F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94DFA-2487-586D-FDF4-129B5C19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6519-F04C-4428-9CCC-E9B986986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3145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4AD5-971A-5AFC-2600-D3D55DE8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370B0-FD4F-AA73-8527-1C8AF2A5D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4E50C-B30D-5659-D0D7-C0F3E20E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A111-41B3-40C6-A551-CA3E04360AE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6D0E9-3E9E-D39A-A994-E0FE0D3E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2AAF5-B827-E76D-058F-CA327FF4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6519-F04C-4428-9CCC-E9B986986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598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936991-7153-5FC6-D59F-4630E565B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86D47-85A6-5E65-F1A8-E0EEF08D6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A9531-44D7-6C8B-0646-87FBEB868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A111-41B3-40C6-A551-CA3E04360AE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E5894-16B9-C808-CA54-DF38CB10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A6078-F5CF-701B-AE70-1C359F7BF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6519-F04C-4428-9CCC-E9B986986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7765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1F47E-44E2-502C-3285-1908C957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A80EF-C045-3E29-4A29-2AB328666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49255-DA82-7F34-8A20-17E4F3BD2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CA111-41B3-40C6-A551-CA3E04360AE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5CCE1-0BC1-9BFA-205E-CFA32CFDC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A77ED-F6EC-FDD3-66E6-535BC1FF9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E6519-F04C-4428-9CCC-E9B986986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70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274AB1-20D2-F695-48C1-15DFEADDCC8A}"/>
              </a:ext>
            </a:extLst>
          </p:cNvPr>
          <p:cNvSpPr txBox="1"/>
          <p:nvPr/>
        </p:nvSpPr>
        <p:spPr>
          <a:xfrm>
            <a:off x="1316293" y="2613392"/>
            <a:ext cx="95594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Puzzle 1 - 50</a:t>
            </a:r>
            <a:endParaRPr lang="en-IN" sz="10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0960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4C8E89B-6D0C-B7CF-ECEA-EADE5E511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84" y="707923"/>
            <a:ext cx="5486400" cy="54421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DC79F0-0A96-1864-7762-5306EC0B3EA4}"/>
              </a:ext>
            </a:extLst>
          </p:cNvPr>
          <p:cNvSpPr/>
          <p:nvPr/>
        </p:nvSpPr>
        <p:spPr>
          <a:xfrm>
            <a:off x="3347884" y="707923"/>
            <a:ext cx="5486400" cy="5442154"/>
          </a:xfrm>
          <a:prstGeom prst="rect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A421B0-3BC5-53B7-D042-EABCEF5FB1E3}"/>
              </a:ext>
            </a:extLst>
          </p:cNvPr>
          <p:cNvSpPr txBox="1"/>
          <p:nvPr/>
        </p:nvSpPr>
        <p:spPr>
          <a:xfrm>
            <a:off x="251659" y="90365"/>
            <a:ext cx="4015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Crossword - 1</a:t>
            </a:r>
            <a:endParaRPr lang="en-IN" sz="3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098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088638-DE59-FF9B-8822-027129B120E2}"/>
              </a:ext>
            </a:extLst>
          </p:cNvPr>
          <p:cNvSpPr txBox="1"/>
          <p:nvPr/>
        </p:nvSpPr>
        <p:spPr>
          <a:xfrm>
            <a:off x="1795616" y="258096"/>
            <a:ext cx="3558048" cy="618630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IN" sz="1200" b="1" dirty="0">
                <a:latin typeface="Comic Sans MS" panose="030F0702030302020204" pitchFamily="66" charset="0"/>
              </a:rPr>
              <a:t>Across</a:t>
            </a:r>
          </a:p>
          <a:p>
            <a:endParaRPr lang="en-IN" sz="1200" b="0" i="0" dirty="0">
              <a:effectLst/>
              <a:latin typeface="Comic Sans MS" panose="030F0702030302020204" pitchFamily="66" charset="0"/>
            </a:endParaRPr>
          </a:p>
          <a:p>
            <a:r>
              <a:rPr lang="en-IN" sz="1200" dirty="0">
                <a:latin typeface="Comic Sans MS" panose="030F0702030302020204" pitchFamily="66" charset="0"/>
              </a:rPr>
              <a:t>1. Legendary stories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6. Uno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9. Pig's pad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12. Box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13. Business VIP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14. Pitching stat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15. Church walkway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16. Burst of bad temper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18. California wine valley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19. Make lace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20. Epochs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21. Caveman's era (2 </a:t>
            </a:r>
            <a:r>
              <a:rPr lang="en-IN" sz="1200" dirty="0" err="1">
                <a:latin typeface="Comic Sans MS" panose="030F0702030302020204" pitchFamily="66" charset="0"/>
              </a:rPr>
              <a:t>wds</a:t>
            </a:r>
            <a:r>
              <a:rPr lang="en-IN" sz="1200" dirty="0">
                <a:latin typeface="Comic Sans MS" panose="030F0702030302020204" pitchFamily="66" charset="0"/>
              </a:rPr>
              <a:t>.)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24. Concurrence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27. Time past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30. ____ Witherspoon of "Sweet Home Alabama"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31. Had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33. And so forth (abbr.)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34. Proposed as a candidate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38. Renovator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40. Pub drinks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42. Shade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43. Stood up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47. Childhood disease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49. Golfer ____ Woods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50. Bathroom rug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51. Tax org.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52. ____ eclipse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53. Lyric verse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54. Compass dir.  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55. Printing machine </a:t>
            </a:r>
            <a:endParaRPr lang="en-IN" sz="1200" b="0" i="0" dirty="0">
              <a:effectLst/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6FF2C-A113-8155-CB07-974D6B439258}"/>
              </a:ext>
            </a:extLst>
          </p:cNvPr>
          <p:cNvSpPr txBox="1"/>
          <p:nvPr/>
        </p:nvSpPr>
        <p:spPr>
          <a:xfrm>
            <a:off x="6838337" y="258096"/>
            <a:ext cx="3558047" cy="63709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sz="1200" b="1" dirty="0">
                <a:latin typeface="Comic Sans MS" panose="030F0702030302020204" pitchFamily="66" charset="0"/>
              </a:rPr>
              <a:t>Down</a:t>
            </a:r>
          </a:p>
          <a:p>
            <a:endParaRPr lang="en-IN" sz="1200" b="0" i="0" dirty="0">
              <a:effectLst/>
              <a:latin typeface="Comic Sans MS" panose="030F0702030302020204" pitchFamily="66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latin typeface="Comic Sans MS" panose="030F0702030302020204" pitchFamily="66" charset="0"/>
              </a:rPr>
              <a:t>Skim over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latin typeface="Comic Sans MS" panose="030F0702030302020204" pitchFamily="66" charset="0"/>
              </a:rPr>
              <a:t>Opera solo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latin typeface="Comic Sans MS" panose="030F0702030302020204" pitchFamily="66" charset="0"/>
              </a:rPr>
              <a:t>Struggle for breath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latin typeface="Comic Sans MS" panose="030F0702030302020204" pitchFamily="66" charset="0"/>
              </a:rPr>
              <a:t>Books of maps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latin typeface="Comic Sans MS" panose="030F0702030302020204" pitchFamily="66" charset="0"/>
              </a:rPr>
              <a:t>Behold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latin typeface="Comic Sans MS" panose="030F0702030302020204" pitchFamily="66" charset="0"/>
              </a:rPr>
              <a:t>Gasoline classification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latin typeface="Comic Sans MS" panose="030F0702030302020204" pitchFamily="66" charset="0"/>
              </a:rPr>
              <a:t>Tidy up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latin typeface="Comic Sans MS" panose="030F0702030302020204" pitchFamily="66" charset="0"/>
              </a:rPr>
              <a:t>Chunk of eternity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latin typeface="Comic Sans MS" panose="030F0702030302020204" pitchFamily="66" charset="0"/>
              </a:rPr>
              <a:t>Military rank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latin typeface="Comic Sans MS" panose="030F0702030302020204" pitchFamily="66" charset="0"/>
              </a:rPr>
              <a:t>Faithful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latin typeface="Comic Sans MS" panose="030F0702030302020204" pitchFamily="66" charset="0"/>
              </a:rPr>
              <a:t>Sweet potatoes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17. Children's game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19. Actor ____ Hanks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22. Adolescents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23. Make amends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24. Common verb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25. Acquire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26. Make again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28. Goodness!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29. Strange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32. Soldier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35. Additional ones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36. Styling foam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37. Wrath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39. Highway curve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40. Military supplies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41. Show the way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44. Leer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45. Oceans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46. Miscalculates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48. Recline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49. Recipe unit (abbr.)</a:t>
            </a:r>
          </a:p>
        </p:txBody>
      </p:sp>
    </p:spTree>
    <p:extLst>
      <p:ext uri="{BB962C8B-B14F-4D97-AF65-F5344CB8AC3E}">
        <p14:creationId xmlns:p14="http://schemas.microsoft.com/office/powerpoint/2010/main" val="9789858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5575B-0404-4D26-33FE-5CC685E6B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808BA25-7A6B-E7F3-0CE9-3A89508EE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7410" y="722670"/>
            <a:ext cx="5453124" cy="54421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006688-2E3D-4BBD-F1D5-B7688FA551B7}"/>
              </a:ext>
            </a:extLst>
          </p:cNvPr>
          <p:cNvSpPr/>
          <p:nvPr/>
        </p:nvSpPr>
        <p:spPr>
          <a:xfrm>
            <a:off x="3347884" y="707923"/>
            <a:ext cx="5486400" cy="5442154"/>
          </a:xfrm>
          <a:prstGeom prst="rect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453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76CC-ECA9-0BC2-D8DD-889A4F76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776212-575D-B9A2-516C-3B0D29BCD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1114" y="707922"/>
            <a:ext cx="5419940" cy="54421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0F63CC-778C-D275-29DF-E553ED5C5585}"/>
              </a:ext>
            </a:extLst>
          </p:cNvPr>
          <p:cNvSpPr/>
          <p:nvPr/>
        </p:nvSpPr>
        <p:spPr>
          <a:xfrm>
            <a:off x="3347884" y="707923"/>
            <a:ext cx="5486400" cy="5442154"/>
          </a:xfrm>
          <a:prstGeom prst="rect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0BC01-992D-31B7-56EF-63C6473DA8B9}"/>
              </a:ext>
            </a:extLst>
          </p:cNvPr>
          <p:cNvSpPr txBox="1"/>
          <p:nvPr/>
        </p:nvSpPr>
        <p:spPr>
          <a:xfrm>
            <a:off x="251659" y="90365"/>
            <a:ext cx="4015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Crossword - 2</a:t>
            </a:r>
            <a:endParaRPr lang="en-IN" sz="3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5333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1FDE8-19E3-CF32-CC25-FFC82C792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264337-7B69-17E5-21F3-5B64F712DAA4}"/>
              </a:ext>
            </a:extLst>
          </p:cNvPr>
          <p:cNvSpPr txBox="1"/>
          <p:nvPr/>
        </p:nvSpPr>
        <p:spPr>
          <a:xfrm>
            <a:off x="1795616" y="258096"/>
            <a:ext cx="3558048" cy="618630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IN" sz="1200" b="1" dirty="0">
                <a:latin typeface="Comic Sans MS" panose="030F0702030302020204" pitchFamily="66" charset="0"/>
              </a:rPr>
              <a:t>Across</a:t>
            </a:r>
          </a:p>
          <a:p>
            <a:endParaRPr lang="en-IN" sz="1200" b="0" i="0" dirty="0">
              <a:effectLst/>
              <a:latin typeface="Comic Sans MS" panose="030F0702030302020204" pitchFamily="66" charset="0"/>
            </a:endParaRPr>
          </a:p>
          <a:p>
            <a:r>
              <a:rPr lang="en-IN" sz="1200" dirty="0">
                <a:latin typeface="Comic Sans MS" panose="030F0702030302020204" pitchFamily="66" charset="0"/>
              </a:rPr>
              <a:t>1. Hurt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5. Make a selection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8. Frank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12. Legal hold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13. Bad grade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14. Gambling city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15. School groups (abbr.)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16. Became more profound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18. That woman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19. River mouths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20. House locations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22. Large antelope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25. Washington, DC time zone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26. Food allotment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28. Knife feature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31. Australian dog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32. Witty reply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34. Chaps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35. Poetic work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36. Big, hairy spider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41. India’s Mother ____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42. Pen point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43 Abnormally sensitive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46. Linger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47. Little piggies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48. Self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49. Broadcasts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50. Egg on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51. High explosive (abbr.)</a:t>
            </a:r>
          </a:p>
          <a:p>
            <a:r>
              <a:rPr lang="en-IN" sz="1200" dirty="0">
                <a:latin typeface="Comic Sans MS" panose="030F0702030302020204" pitchFamily="66" charset="0"/>
              </a:rPr>
              <a:t>52. Scottish loch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2BA905-43A4-F98A-A738-996118CA5073}"/>
              </a:ext>
            </a:extLst>
          </p:cNvPr>
          <p:cNvSpPr txBox="1"/>
          <p:nvPr/>
        </p:nvSpPr>
        <p:spPr>
          <a:xfrm>
            <a:off x="6838337" y="258096"/>
            <a:ext cx="3558047" cy="36009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sz="1200" b="1" dirty="0">
                <a:latin typeface="Comic Sans MS" panose="030F0702030302020204" pitchFamily="66" charset="0"/>
              </a:rPr>
              <a:t>Down</a:t>
            </a:r>
          </a:p>
          <a:p>
            <a:endParaRPr lang="en-IN" sz="1200" b="0" i="0" dirty="0">
              <a:effectLst/>
              <a:latin typeface="Comic Sans MS" panose="030F0702030302020204" pitchFamily="66" charset="0"/>
            </a:endParaRP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</a:t>
            </a: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  <a:endParaRPr lang="en-IN" sz="1200" dirty="0">
              <a:latin typeface="Comic Sans MS" panose="030F0702030302020204" pitchFamily="66" charset="0"/>
            </a:endParaRP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  <a:endParaRPr lang="en-IN" sz="1200" dirty="0">
              <a:latin typeface="Comic Sans MS" panose="030F0702030302020204" pitchFamily="66" charset="0"/>
            </a:endParaRP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  <a:endParaRPr lang="en-IN" sz="1200" dirty="0">
              <a:latin typeface="Comic Sans MS" panose="030F0702030302020204" pitchFamily="66" charset="0"/>
            </a:endParaRP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  <a:endParaRPr lang="en-IN" sz="1200" dirty="0">
              <a:latin typeface="Comic Sans MS" panose="030F0702030302020204" pitchFamily="66" charset="0"/>
            </a:endParaRP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  <a:endParaRPr lang="en-IN" sz="1200" dirty="0">
              <a:latin typeface="Comic Sans MS" panose="030F0702030302020204" pitchFamily="66" charset="0"/>
            </a:endParaRP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  <a:endParaRPr lang="en-IN" sz="1200" dirty="0">
              <a:latin typeface="Comic Sans MS" panose="030F0702030302020204" pitchFamily="66" charset="0"/>
            </a:endParaRP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  <a:endParaRPr lang="en-IN" sz="1200" dirty="0">
              <a:latin typeface="Comic Sans MS" panose="030F0702030302020204" pitchFamily="66" charset="0"/>
            </a:endParaRPr>
          </a:p>
          <a:p>
            <a:r>
              <a:rPr lang="en-IN" sz="1200" b="0" i="0" dirty="0">
                <a:effectLst/>
                <a:latin typeface="Comic Sans MS" panose="030F0702030302020204" pitchFamily="66" charset="0"/>
              </a:rPr>
              <a:t>19. River mouths </a:t>
            </a:r>
          </a:p>
        </p:txBody>
      </p:sp>
    </p:spTree>
    <p:extLst>
      <p:ext uri="{BB962C8B-B14F-4D97-AF65-F5344CB8AC3E}">
        <p14:creationId xmlns:p14="http://schemas.microsoft.com/office/powerpoint/2010/main" val="1302534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28B3D-097D-8163-A839-E102E22A2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60ED32D-B6FB-391A-50E7-7B95E5CCC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2894" y="722670"/>
            <a:ext cx="5442155" cy="54421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026CC5-038A-F1C1-625F-64C149CEDAE3}"/>
              </a:ext>
            </a:extLst>
          </p:cNvPr>
          <p:cNvSpPr/>
          <p:nvPr/>
        </p:nvSpPr>
        <p:spPr>
          <a:xfrm>
            <a:off x="3347884" y="707923"/>
            <a:ext cx="5486400" cy="5442154"/>
          </a:xfrm>
          <a:prstGeom prst="rect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745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447</Words>
  <Application>Microsoft Office PowerPoint</Application>
  <PresentationFormat>Widescreen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7</cp:revision>
  <dcterms:created xsi:type="dcterms:W3CDTF">2025-04-10T08:39:54Z</dcterms:created>
  <dcterms:modified xsi:type="dcterms:W3CDTF">2025-04-10T11:30:45Z</dcterms:modified>
</cp:coreProperties>
</file>